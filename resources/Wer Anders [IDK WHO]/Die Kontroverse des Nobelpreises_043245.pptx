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verage"/>
      <p:regular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Oswald-regular.fntdata"/><Relationship Id="rId18" Type="http://schemas.openxmlformats.org/officeDocument/2006/relationships/font" Target="fonts/Averag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136f960c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5136f960c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5136f960c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5136f960c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6d5d0c5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6d5d0c5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90230938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90230938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590230938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590230938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90230938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590230938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56d5d0c50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56d5d0c50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5931fad56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5931fad56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5931fad56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5931fad56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6d5d0c50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56d5d0c50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56d5d0c50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56d5d0c50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56d5d0c50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56d5d0c50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sciencehistory.org/distillations/magazine/feeding-a-war" TargetMode="External"/><Relationship Id="rId22" Type="http://schemas.openxmlformats.org/officeDocument/2006/relationships/hyperlink" Target="https://www.youtube.com/watch?v=ztzKHU2oaF8" TargetMode="External"/><Relationship Id="rId21" Type="http://schemas.openxmlformats.org/officeDocument/2006/relationships/hyperlink" Target="https://www.youtube.com/watch?v=qXp_Ut4awu0" TargetMode="External"/><Relationship Id="rId24" Type="http://schemas.openxmlformats.org/officeDocument/2006/relationships/hyperlink" Target="https://www.youtube.com/results?search_query=nobelpreis" TargetMode="External"/><Relationship Id="rId23" Type="http://schemas.openxmlformats.org/officeDocument/2006/relationships/hyperlink" Target="https://www.youtube.com/watch?v=tdEE5uvFhOM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rsc.org/diversity/175-faces/all-faces/alfred-nobel-0/" TargetMode="External"/><Relationship Id="rId4" Type="http://schemas.openxmlformats.org/officeDocument/2006/relationships/hyperlink" Target="https://www.nobelprize.org/prizes/chemistry/1918/haber/facts/" TargetMode="External"/><Relationship Id="rId9" Type="http://schemas.openxmlformats.org/officeDocument/2006/relationships/hyperlink" Target="https://www.coursehero.com/file/18750021/Fritz-Haber-Controversy/" TargetMode="External"/><Relationship Id="rId26" Type="http://schemas.openxmlformats.org/officeDocument/2006/relationships/hyperlink" Target="http://philosophyofscienceportal.blogspot.com/2009/01/fritz-haber-chemical-warfare.html" TargetMode="External"/><Relationship Id="rId25" Type="http://schemas.openxmlformats.org/officeDocument/2006/relationships/hyperlink" Target="https://www.youtube.com/watch?v=PXi-ZTzbLus" TargetMode="External"/><Relationship Id="rId27" Type="http://schemas.openxmlformats.org/officeDocument/2006/relationships/hyperlink" Target="https://www.compoundchem.com/2014/05/17/chemical-warfare-ww1/" TargetMode="External"/><Relationship Id="rId5" Type="http://schemas.openxmlformats.org/officeDocument/2006/relationships/hyperlink" Target="https://www.sciencehistory.org/historical-profile/fritz-haber" TargetMode="External"/><Relationship Id="rId6" Type="http://schemas.openxmlformats.org/officeDocument/2006/relationships/hyperlink" Target="https://www.scienceinschool.org/2014/issue29/ethical_chemistry" TargetMode="External"/><Relationship Id="rId7" Type="http://schemas.openxmlformats.org/officeDocument/2006/relationships/hyperlink" Target="https://www.york.ac.uk/education/research/uyseg/projects/twentyfirstcenturyscience/news/2016/haberethicsandthenobelprize/" TargetMode="External"/><Relationship Id="rId8" Type="http://schemas.openxmlformats.org/officeDocument/2006/relationships/hyperlink" Target="https://medium.com/the-mission/the-tragedy-of-fritz-haber-the-monster-who-fed-the-world-ec19a9834f74" TargetMode="External"/><Relationship Id="rId11" Type="http://schemas.openxmlformats.org/officeDocument/2006/relationships/hyperlink" Target="https://www.youtube.com/results?search_query=nobelpreis" TargetMode="External"/><Relationship Id="rId10" Type="http://schemas.openxmlformats.org/officeDocument/2006/relationships/hyperlink" Target="https://www.youtube.com/watch?v=tdEE5uvFhOM" TargetMode="External"/><Relationship Id="rId13" Type="http://schemas.openxmlformats.org/officeDocument/2006/relationships/hyperlink" Target="https://blogs.unimelb.edu.au/sciencecommunication/2016/10/06/fritz-habers-legacy-the-good-and-the-bad/" TargetMode="External"/><Relationship Id="rId12" Type="http://schemas.openxmlformats.org/officeDocument/2006/relationships/hyperlink" Target="https://www.youtube.com/watch?v=PXi-ZTzbLus" TargetMode="External"/><Relationship Id="rId15" Type="http://schemas.openxmlformats.org/officeDocument/2006/relationships/hyperlink" Target="https://www.faz.net/aktuell/wissen/physik-mehr/100-jahre-haber-bosch-verfahren-brot-und-kriege-aus-der-luft-1713668.html" TargetMode="External"/><Relationship Id="rId14" Type="http://schemas.openxmlformats.org/officeDocument/2006/relationships/hyperlink" Target="https://www.seilnacht.com/Lexikon/HaberBo.htm" TargetMode="External"/><Relationship Id="rId17" Type="http://schemas.openxmlformats.org/officeDocument/2006/relationships/hyperlink" Target="https://chemicalweapons.cenmag.org/who-was-the-father-of-chemical-weapons/" TargetMode="External"/><Relationship Id="rId16" Type="http://schemas.openxmlformats.org/officeDocument/2006/relationships/hyperlink" Target="https://blogs.unimelb.edu.au/sciencecommunication/2016/10/06/fritz-habers-legacy-the-good-and-the-bad/" TargetMode="External"/><Relationship Id="rId19" Type="http://schemas.openxmlformats.org/officeDocument/2006/relationships/hyperlink" Target="https://www.sciencehistory.org/distillations/podcast/our-chemical-landscape-%E2%80%93-the-farm" TargetMode="External"/><Relationship Id="rId18" Type="http://schemas.openxmlformats.org/officeDocument/2006/relationships/hyperlink" Target="https://www.sciencehistory.org/distillations/magazine/casualty-of-w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 Kontroverse des Nobelpreises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am Beispiel des Haber-Bosch-Verfahrens</a:t>
            </a:r>
            <a:endParaRPr sz="24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Von Enes Köstek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288975" y="4115200"/>
            <a:ext cx="91440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“Vater der Gaswaffen” und bekannter Kriegsverbrecher bekommt den Nobelpreis!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Gliederung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Was ist der Nobelpreis?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Fritz Haber’s Biografie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Privatleben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Forschung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Erster Weltkrieg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Haber-Bosch-Verfahren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Vorteile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Nachteile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Die Kontroverse des Nobelpreises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Eigene Meinung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Was ist der Nobelpreis?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Auszeichnung und Preisgeld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Physik, Chemie, Medizin, Literatur, Bemühung für Frieden und (seit 1969) </a:t>
            </a:r>
            <a:r>
              <a:rPr lang="en"/>
              <a:t>Wirtschaftswissenschaft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Gründer: Alfred Nobel (Physiker, Chemiker und Erfinder)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1901 - erste </a:t>
            </a:r>
            <a:r>
              <a:rPr lang="en"/>
              <a:t>Preisverleihung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400" y="3064125"/>
            <a:ext cx="2233075" cy="18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Fritz Haber’s Biografie - Privatleben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Geb. am</a:t>
            </a:r>
            <a:r>
              <a:rPr lang="en"/>
              <a:t> 9.Dezember 1868 in Breslau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Sohn eines jüdischen Ehepaares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1886 - Beginn seines Chemiestudiums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1893 - zum Christentum konvertiert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1901 - Heirat mit Clara Immerwahr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Starb am 29.Januar 1934 in Basel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7475" y="483663"/>
            <a:ext cx="18478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5396" y="3069725"/>
            <a:ext cx="1289450" cy="17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Fritz Haber’s Biografie - Forschung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Brennstoffchemie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Verbrennung von Kohlenwasserstoffen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Lehrbuch “Grundriß der praktischen Elektrochemie”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Lehrbuch “Thermodynamik technischer Gasreaktionen”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1908 - Ammoniaksynthese gefunden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Von 1919 bis 1925 - Goldgewinnung aus dem Meereswasser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Ansätze zur Herstellung von Zyklon B </a:t>
            </a:r>
            <a:r>
              <a:rPr lang="en">
                <a:solidFill>
                  <a:srgbClr val="FF0000"/>
                </a:solidFill>
              </a:rPr>
              <a:t>Schädlingsbekämpgungsgas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7600" y="868825"/>
            <a:ext cx="1149875" cy="18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Fritz Haber’s Biografie - Erster Weltkrieg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 1914 - Teil der Obersten Heeresleitung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Stellte erstmalig mit der Ammoniaksynthese Gaswaffen her weil kein Stickstoff aus Chile kam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22.April 1915 - erste Nutzung der Gaswaffen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2.Mai 1915 - Selbstmord seiner Frau Clara Immerwahr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Offizieller Kriegsverbrecher des ersten Weltkrieges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Nationalsozialistisches Regime erkennt ihn nicht an als Deutscher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9669" y="2845294"/>
            <a:ext cx="1909650" cy="217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Haber-Bosch-Verfahren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312" y="174719"/>
            <a:ext cx="588129" cy="63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450" y="1082275"/>
            <a:ext cx="5629275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Haber-Bosch-Verfahren - Vorteile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Künstlicher Dünger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Ersetzt Dünger aus Südamerika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Landwirtschaftlicher Fortschritt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Billig und effektiv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“D</a:t>
            </a:r>
            <a:r>
              <a:rPr lang="en"/>
              <a:t>ie Hälfte der Weltbevölkerung könnte ohne das Haber-Bosch-Verfahren nicht überleben” - Nature Geoscience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Produktions vieler limitierter Stoffe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Munition-, Sprengstoff- und Gaswaffenproduktion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Ca. 90.000 </a:t>
            </a:r>
            <a:r>
              <a:rPr lang="en"/>
              <a:t>Tote</a:t>
            </a:r>
            <a:r>
              <a:rPr lang="en"/>
              <a:t> durch Gasvergiftung im ersten Weltkrieg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Ca. 1.000.000 betroffene Menschen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Haber-Bosch-Verfahren - Nachteile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Die Kritik am Nobelpreis 1918 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1918 - Fritz Haber bekommt Nobelpreis in der Chemie für das “Haber-Bosch-Verfahren”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Warum wird seine Biographie ignoriert?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Moralität der Nobelpreisträger?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Muss die Intention nicht hinterfragt werden? </a:t>
            </a:r>
            <a:r>
              <a:rPr lang="en" sz="1000">
                <a:solidFill>
                  <a:srgbClr val="FF0000"/>
                </a:solidFill>
              </a:rPr>
              <a:t>War es nur Glück, dass Haber Alternative für Ammoniak parat hatte bei der Blockade.Plus er hat Gaswaffen im Krieg verbessert!?</a:t>
            </a:r>
            <a:endParaRPr sz="1000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Widerspruch bei der Nobelpreisverleihung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Friedens Nobelpreis ➤ Moralität wird gewichtet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“Nutzen für die Menschheit” muss eine Rolle spielen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0850" y="329450"/>
            <a:ext cx="1438775" cy="16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Lösungsansatz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Carl Bosch und Friedrich Bergius bekommen 1931 Nobelpreis für Chemie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Mitwirkung an dem Haber-Bosch-Verfahren wird ausgezeichnet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Haber hätte Nobelpreis auch 1931 bekommen sollen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Tat “verjährt”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Nutzen wird deutlich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Quellen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3999900" cy="4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3"/>
              </a:rPr>
              <a:t>http://www.rsc.org/diversity/175-faces/all-faces/alfred-nobel-0/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4"/>
              </a:rPr>
              <a:t>https://www.nobelprize.org/prizes/chemistry/1918/haber/facts/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5"/>
              </a:rPr>
              <a:t>https://www.sciencehistory.org/historical-profile/fritz-haber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6"/>
              </a:rPr>
              <a:t>https://www.scienceinschool.org/2014/issue29/ethical_chemistry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7"/>
              </a:rPr>
              <a:t>https://www.york.ac.uk/education/research/uyseg/projects/twentyfirstcenturyscience/news/2016/haberethicsandthenobelprize/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8"/>
              </a:rPr>
              <a:t>https://medium.com/the-mission/the-tragedy-of-fritz-haber-the-monster-who-fed-the-world-ec19a9834f74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9"/>
              </a:rPr>
              <a:t>https://www.coursehero.com/file/18750021/Fritz-Haber-Controversy/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0"/>
              </a:rPr>
              <a:t>https://www.youtube.com/watch?v=tdEE5uvFhOM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1"/>
              </a:rPr>
              <a:t>https://www.youtube.com/results?search_query=nobelpreis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2"/>
              </a:rPr>
              <a:t>https://www.youtube.com/watch?v=PXi-ZTzbLus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3"/>
              </a:rPr>
              <a:t>https://blogs.unimelb.edu.au/sciencecommunication/2016/10/06/fritz-habers-legacy-the-good-and-the-bad/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4"/>
              </a:rPr>
              <a:t>https://www.seilnacht.com/Lexikon/HaberBo.htm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5"/>
              </a:rPr>
              <a:t>https://www.faz.net/aktuell/wissen/physik-mehr/100-jahre-haber-bosch-verfahren-brot-und-kriege-aus-der-luft-1713668.html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35" name="Google Shape;135;p24"/>
          <p:cNvSpPr txBox="1"/>
          <p:nvPr>
            <p:ph idx="2" type="body"/>
          </p:nvPr>
        </p:nvSpPr>
        <p:spPr>
          <a:xfrm>
            <a:off x="4832400" y="1152475"/>
            <a:ext cx="3999900" cy="4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6"/>
              </a:rPr>
              <a:t>https://blogs.unimelb.edu.au/sciencecommunication/2016/10/06/fritz-habers-legacy-the-good-and-the-bad/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7"/>
              </a:rPr>
              <a:t>https://chemicalweapons.cenmag.org/who-was-the-father-of-chemical-weapons/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8"/>
              </a:rPr>
              <a:t>https://www.sciencehistory.org/distillations/magazine/casualty-of-war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9"/>
              </a:rPr>
              <a:t>https://www.sciencehistory.org/distillations/podcast/our-chemical-landscape-%E2%80%93-the-farm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20"/>
              </a:rPr>
              <a:t>https://www.sciencehistory.org/distillations/magazine/feeding-a-war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21"/>
              </a:rPr>
              <a:t>https://www.youtube.com/watch?v=qXp_Ut4awu0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22"/>
              </a:rPr>
              <a:t>https://www.youtube.com/watch?v=ztzKHU2oaF8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23"/>
              </a:rPr>
              <a:t>https://www.youtube.com/watch?v=tdEE5uvFhOM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24"/>
              </a:rPr>
              <a:t>https://www.youtube.com/results?search_query=nobelpreis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25"/>
              </a:rPr>
              <a:t>https://www.youtube.com/watch?v=PXi-ZTzbLus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26"/>
              </a:rPr>
              <a:t>http://philosophyofscienceportal.blogspot.com/2009/01/fritz-haber-chemical-warfare.html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27"/>
              </a:rPr>
              <a:t>https://www.compoundchem.com/2014/05/17/chemical-warfare-ww1/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